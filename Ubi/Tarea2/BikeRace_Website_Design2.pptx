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405"/>
  </p:normalViewPr>
  <p:slideViewPr>
    <p:cSldViewPr snapToGrid="0" snapToObjects="1">
      <p:cViewPr varScale="1">
        <p:scale>
          <a:sx n="114" d="100"/>
          <a:sy n="114" d="100"/>
        </p:scale>
        <p:origin x="4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18F6-5F47-464F-AE36-F138700CC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EF600-3C5A-F144-B2B5-371F92AD5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2B893-C982-034D-B7AA-9FB19F96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506A0-7DFB-1E4A-ABFA-69F24D62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FD60-E787-4F44-87E2-CC9B17DF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5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8A2E-98C4-2B45-971F-A47579CC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B97C-0C9E-8242-AFB6-C4A112490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20869-5119-724E-8080-DCBCE4D3D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09B7E-E2B0-4648-AD4F-ED784C8D8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7C34D-95EE-3A40-BC51-6931AFA7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83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0219-F44D-1043-837F-2B26F6D1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69EDD-AE8E-6E44-8E51-A5704A47A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623B-D232-8A4B-8B40-2D5A9B66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FADCD-9E29-6A44-916F-C263752A3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71913-173F-E640-8848-1C49A0271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3364-E06D-A84D-BD49-714AC82B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42155-0210-774D-A626-24D2611BC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0065C-41CB-0F4B-97C9-C4C469340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24E68-3F9D-DE41-BCA5-AE7BA669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F4400-388B-034A-9BA2-40A55478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266E0-63D6-EF46-AE13-5C6423C2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0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BAE4-F48F-7142-84A1-0FF6E901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38743-D1EE-EF4B-9C3E-82AAD766E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7DDA7-899C-BC41-B08A-E5F4C9616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DD8627-DCA8-8843-99DC-1E7F8FC66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EA15F-8258-CE4E-9AB6-F6CEE2449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96B33-95B3-AF40-A1C5-0AA5AE98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FD67EF-E0B7-8745-975E-40FBA535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A60B8-AE2E-8246-BD3A-4D80FE34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1C4A-3B27-AA40-A73C-32384F5D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85EBF-F02D-6646-A516-2C2EB00C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2B4F0-03DF-D743-AEDD-1636982A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CEEAF-7809-EE4C-88BD-AF0F3B53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0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372C1-799A-194A-9BBA-A7EC0EF8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59C12-BE75-EA4A-A9D2-A4CA37F4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9499-F03F-FD4E-B2B2-04941947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41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FC25-B05F-AB44-B8D2-236E7EE39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EE1CD-2CF1-EE45-8B1B-ECD452B8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5B2CF-4FC3-2E47-8FA1-0EE2E021C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21C91-7E0D-EA4C-9613-16C3B334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5E1E1-6F48-E940-93B7-939116D3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EA34F-CD25-C341-9E8C-68C74BBB4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1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E822-3E60-6444-ABDD-3D6F913F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293F5-D790-3C43-95AA-8F8E58E73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E08D5-6AE5-884C-9B27-6B4CAB6DA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5C88B-0E96-3148-BFE7-80E563E06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A083E-0702-A945-AA29-78E74F12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9919-CD6F-2547-8742-63F58D90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0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5830-975E-804E-81E6-A87AA2A9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5875B-359E-764D-844D-B2F43694C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BADA-F1FB-FE47-9766-D4ED7949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D592B-71EF-3D4D-BE26-21EBEE9C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18E9-8ADD-014F-9E07-140ADE62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6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18B168-F917-D64A-A376-B0BF52F09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56517-15F6-584E-80F1-99BB175D3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43315-469F-A441-B6A1-3BECA528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BF102-FCBD-AD4F-95F0-A3E45162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9F47-D851-BC42-9204-677EEF06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8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57B16-A354-6846-A92F-02DC5B137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66A5F-DEB3-5045-932C-891585BE3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8979B-5869-C047-9CAA-727E89E05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E13DB-468D-6E4C-996F-E5710D09329B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0FB6-459F-4346-B6BC-EF7AB86EA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D1471-236C-6C49-A701-4585E6237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F9053-8181-E84C-8534-285B38F43D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nctts.org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E60CEE-E756-024F-8773-D9095AAB51DB}"/>
              </a:ext>
            </a:extLst>
          </p:cNvPr>
          <p:cNvSpPr/>
          <p:nvPr/>
        </p:nvSpPr>
        <p:spPr>
          <a:xfrm>
            <a:off x="570155" y="3022902"/>
            <a:ext cx="10919012" cy="56746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Upcoming Events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A24203-F09C-FF47-8068-023BFE5935E2}"/>
              </a:ext>
            </a:extLst>
          </p:cNvPr>
          <p:cNvGrpSpPr/>
          <p:nvPr/>
        </p:nvGrpSpPr>
        <p:grpSpPr>
          <a:xfrm>
            <a:off x="580913" y="627538"/>
            <a:ext cx="10908254" cy="2395364"/>
            <a:chOff x="860612" y="946673"/>
            <a:chExt cx="1366221" cy="13339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01FC10-77C2-8149-BCBB-8CDB7FCC8EE9}"/>
                </a:ext>
              </a:extLst>
            </p:cNvPr>
            <p:cNvSpPr/>
            <p:nvPr/>
          </p:nvSpPr>
          <p:spPr>
            <a:xfrm>
              <a:off x="860612" y="946673"/>
              <a:ext cx="1366221" cy="133394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E2E251D-49C4-2B41-86CA-49055A71639A}"/>
                </a:ext>
              </a:extLst>
            </p:cNvPr>
            <p:cNvCxnSpPr/>
            <p:nvPr/>
          </p:nvCxnSpPr>
          <p:spPr>
            <a:xfrm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ED0754F-974E-DA4F-9B62-75839B337466}"/>
                </a:ext>
              </a:extLst>
            </p:cNvPr>
            <p:cNvCxnSpPr/>
            <p:nvPr/>
          </p:nvCxnSpPr>
          <p:spPr>
            <a:xfrm flipH="1"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1D597E-7356-9444-8221-307AA869D689}"/>
              </a:ext>
            </a:extLst>
          </p:cNvPr>
          <p:cNvGrpSpPr/>
          <p:nvPr/>
        </p:nvGrpSpPr>
        <p:grpSpPr>
          <a:xfrm>
            <a:off x="580913" y="3944511"/>
            <a:ext cx="1366221" cy="1333948"/>
            <a:chOff x="9447006" y="2572866"/>
            <a:chExt cx="1366221" cy="13339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9077D1-BBDD-8543-8695-A4D60EFBFCB2}"/>
                </a:ext>
              </a:extLst>
            </p:cNvPr>
            <p:cNvGrpSpPr/>
            <p:nvPr/>
          </p:nvGrpSpPr>
          <p:grpSpPr>
            <a:xfrm>
              <a:off x="9447006" y="2572866"/>
              <a:ext cx="1366221" cy="1333948"/>
              <a:chOff x="860612" y="946673"/>
              <a:chExt cx="1366221" cy="1333948"/>
            </a:xfrm>
            <a:solidFill>
              <a:schemeClr val="bg1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DC137A-E11A-7B49-B7AA-A462B7E21899}"/>
                  </a:ext>
                </a:extLst>
              </p:cNvPr>
              <p:cNvSpPr/>
              <p:nvPr/>
            </p:nvSpPr>
            <p:spPr>
              <a:xfrm>
                <a:off x="860612" y="946673"/>
                <a:ext cx="1366221" cy="1333948"/>
              </a:xfrm>
              <a:prstGeom prst="rect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B81DDF-B786-A04B-88C9-E6B97950EE66}"/>
                  </a:ext>
                </a:extLst>
              </p:cNvPr>
              <p:cNvCxnSpPr/>
              <p:nvPr/>
            </p:nvCxnSpPr>
            <p:spPr>
              <a:xfrm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2CC8C1E-F2EE-354C-AFC3-9A3E19909388}"/>
                  </a:ext>
                </a:extLst>
              </p:cNvPr>
              <p:cNvCxnSpPr/>
              <p:nvPr/>
            </p:nvCxnSpPr>
            <p:spPr>
              <a:xfrm flipH="1"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9F7A67-5940-DD49-BCE2-BB2A728D20E2}"/>
                </a:ext>
              </a:extLst>
            </p:cNvPr>
            <p:cNvSpPr txBox="1"/>
            <p:nvPr/>
          </p:nvSpPr>
          <p:spPr>
            <a:xfrm>
              <a:off x="9834858" y="2978077"/>
              <a:ext cx="63350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Logo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3AFBEF-6A82-BC4B-B823-9E685AA07FE1}"/>
              </a:ext>
            </a:extLst>
          </p:cNvPr>
          <p:cNvSpPr txBox="1"/>
          <p:nvPr/>
        </p:nvSpPr>
        <p:spPr>
          <a:xfrm>
            <a:off x="5718286" y="1640553"/>
            <a:ext cx="7598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80B93-C8C2-AB41-86DD-AFC255300780}"/>
              </a:ext>
            </a:extLst>
          </p:cNvPr>
          <p:cNvSpPr txBox="1"/>
          <p:nvPr/>
        </p:nvSpPr>
        <p:spPr>
          <a:xfrm>
            <a:off x="408792" y="-130414"/>
            <a:ext cx="4695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Bike Race Series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0A8E85-76E6-9443-A533-FF5AD88CEA6B}"/>
              </a:ext>
            </a:extLst>
          </p:cNvPr>
          <p:cNvSpPr txBox="1"/>
          <p:nvPr/>
        </p:nvSpPr>
        <p:spPr>
          <a:xfrm>
            <a:off x="2796988" y="3885319"/>
            <a:ext cx="306763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February 12</a:t>
            </a:r>
          </a:p>
          <a:p>
            <a:r>
              <a:rPr lang="en-US" dirty="0"/>
              <a:t>      Board Meeting</a:t>
            </a:r>
          </a:p>
          <a:p>
            <a:endParaRPr lang="en-US" dirty="0"/>
          </a:p>
          <a:p>
            <a:r>
              <a:rPr lang="en-US" dirty="0"/>
              <a:t>February 25</a:t>
            </a:r>
          </a:p>
          <a:p>
            <a:r>
              <a:rPr lang="en-US" dirty="0"/>
              <a:t>      Cyclists Zoom Meeting</a:t>
            </a:r>
          </a:p>
          <a:p>
            <a:endParaRPr lang="en-US" dirty="0"/>
          </a:p>
          <a:p>
            <a:r>
              <a:rPr lang="en-US" dirty="0"/>
              <a:t>March 12</a:t>
            </a:r>
          </a:p>
          <a:p>
            <a:r>
              <a:rPr lang="en-US" dirty="0"/>
              <a:t>      First Event at the Pyrenees!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7A8FF-87C1-C546-8586-2EC5CD3FB148}"/>
              </a:ext>
            </a:extLst>
          </p:cNvPr>
          <p:cNvSpPr/>
          <p:nvPr/>
        </p:nvSpPr>
        <p:spPr>
          <a:xfrm>
            <a:off x="10264590" y="422017"/>
            <a:ext cx="1092499" cy="411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B0431A-DECF-E241-A535-E168258A2C29}"/>
              </a:ext>
            </a:extLst>
          </p:cNvPr>
          <p:cNvSpPr/>
          <p:nvPr/>
        </p:nvSpPr>
        <p:spPr>
          <a:xfrm>
            <a:off x="9040009" y="423806"/>
            <a:ext cx="1092499" cy="411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B63EF-D438-E74E-80F9-7D3B585434C6}"/>
              </a:ext>
            </a:extLst>
          </p:cNvPr>
          <p:cNvSpPr/>
          <p:nvPr/>
        </p:nvSpPr>
        <p:spPr>
          <a:xfrm>
            <a:off x="7804662" y="425594"/>
            <a:ext cx="1092499" cy="4110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</p:spTree>
    <p:extLst>
      <p:ext uri="{BB962C8B-B14F-4D97-AF65-F5344CB8AC3E}">
        <p14:creationId xmlns:p14="http://schemas.microsoft.com/office/powerpoint/2010/main" val="185570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E60CEE-E756-024F-8773-D9095AAB51DB}"/>
              </a:ext>
            </a:extLst>
          </p:cNvPr>
          <p:cNvSpPr/>
          <p:nvPr/>
        </p:nvSpPr>
        <p:spPr>
          <a:xfrm>
            <a:off x="570155" y="3022902"/>
            <a:ext cx="10919012" cy="56746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About BRS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A24203-F09C-FF47-8068-023BFE5935E2}"/>
              </a:ext>
            </a:extLst>
          </p:cNvPr>
          <p:cNvGrpSpPr/>
          <p:nvPr/>
        </p:nvGrpSpPr>
        <p:grpSpPr>
          <a:xfrm>
            <a:off x="580913" y="627538"/>
            <a:ext cx="10908254" cy="2395364"/>
            <a:chOff x="860612" y="946673"/>
            <a:chExt cx="1366221" cy="13339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01FC10-77C2-8149-BCBB-8CDB7FCC8EE9}"/>
                </a:ext>
              </a:extLst>
            </p:cNvPr>
            <p:cNvSpPr/>
            <p:nvPr/>
          </p:nvSpPr>
          <p:spPr>
            <a:xfrm>
              <a:off x="860612" y="946673"/>
              <a:ext cx="1366221" cy="133394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E2E251D-49C4-2B41-86CA-49055A71639A}"/>
                </a:ext>
              </a:extLst>
            </p:cNvPr>
            <p:cNvCxnSpPr/>
            <p:nvPr/>
          </p:nvCxnSpPr>
          <p:spPr>
            <a:xfrm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ED0754F-974E-DA4F-9B62-75839B337466}"/>
                </a:ext>
              </a:extLst>
            </p:cNvPr>
            <p:cNvCxnSpPr/>
            <p:nvPr/>
          </p:nvCxnSpPr>
          <p:spPr>
            <a:xfrm flipH="1"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1D597E-7356-9444-8221-307AA869D689}"/>
              </a:ext>
            </a:extLst>
          </p:cNvPr>
          <p:cNvGrpSpPr/>
          <p:nvPr/>
        </p:nvGrpSpPr>
        <p:grpSpPr>
          <a:xfrm>
            <a:off x="580913" y="3944511"/>
            <a:ext cx="1366221" cy="1333948"/>
            <a:chOff x="9447006" y="2572866"/>
            <a:chExt cx="1366221" cy="13339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9077D1-BBDD-8543-8695-A4D60EFBFCB2}"/>
                </a:ext>
              </a:extLst>
            </p:cNvPr>
            <p:cNvGrpSpPr/>
            <p:nvPr/>
          </p:nvGrpSpPr>
          <p:grpSpPr>
            <a:xfrm>
              <a:off x="9447006" y="2572866"/>
              <a:ext cx="1366221" cy="1333948"/>
              <a:chOff x="860612" y="946673"/>
              <a:chExt cx="1366221" cy="1333948"/>
            </a:xfrm>
            <a:solidFill>
              <a:schemeClr val="bg1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DC137A-E11A-7B49-B7AA-A462B7E21899}"/>
                  </a:ext>
                </a:extLst>
              </p:cNvPr>
              <p:cNvSpPr/>
              <p:nvPr/>
            </p:nvSpPr>
            <p:spPr>
              <a:xfrm>
                <a:off x="860612" y="946673"/>
                <a:ext cx="1366221" cy="1333948"/>
              </a:xfrm>
              <a:prstGeom prst="rect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B81DDF-B786-A04B-88C9-E6B97950EE66}"/>
                  </a:ext>
                </a:extLst>
              </p:cNvPr>
              <p:cNvCxnSpPr/>
              <p:nvPr/>
            </p:nvCxnSpPr>
            <p:spPr>
              <a:xfrm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2CC8C1E-F2EE-354C-AFC3-9A3E19909388}"/>
                  </a:ext>
                </a:extLst>
              </p:cNvPr>
              <p:cNvCxnSpPr/>
              <p:nvPr/>
            </p:nvCxnSpPr>
            <p:spPr>
              <a:xfrm flipH="1"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9F7A67-5940-DD49-BCE2-BB2A728D20E2}"/>
                </a:ext>
              </a:extLst>
            </p:cNvPr>
            <p:cNvSpPr txBox="1"/>
            <p:nvPr/>
          </p:nvSpPr>
          <p:spPr>
            <a:xfrm>
              <a:off x="9834858" y="2978077"/>
              <a:ext cx="63350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Logo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3AFBEF-6A82-BC4B-B823-9E685AA07FE1}"/>
              </a:ext>
            </a:extLst>
          </p:cNvPr>
          <p:cNvSpPr txBox="1"/>
          <p:nvPr/>
        </p:nvSpPr>
        <p:spPr>
          <a:xfrm>
            <a:off x="5686012" y="1619038"/>
            <a:ext cx="7598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80B93-C8C2-AB41-86DD-AFC255300780}"/>
              </a:ext>
            </a:extLst>
          </p:cNvPr>
          <p:cNvSpPr txBox="1"/>
          <p:nvPr/>
        </p:nvSpPr>
        <p:spPr>
          <a:xfrm>
            <a:off x="408792" y="-130414"/>
            <a:ext cx="4695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Bike Race Series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7A8FF-87C1-C546-8586-2EC5CD3FB148}"/>
              </a:ext>
            </a:extLst>
          </p:cNvPr>
          <p:cNvSpPr/>
          <p:nvPr/>
        </p:nvSpPr>
        <p:spPr>
          <a:xfrm>
            <a:off x="10264590" y="422017"/>
            <a:ext cx="1092499" cy="411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B0431A-DECF-E241-A535-E168258A2C29}"/>
              </a:ext>
            </a:extLst>
          </p:cNvPr>
          <p:cNvSpPr/>
          <p:nvPr/>
        </p:nvSpPr>
        <p:spPr>
          <a:xfrm>
            <a:off x="9040009" y="423806"/>
            <a:ext cx="1092499" cy="4110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B63EF-D438-E74E-80F9-7D3B585434C6}"/>
              </a:ext>
            </a:extLst>
          </p:cNvPr>
          <p:cNvSpPr/>
          <p:nvPr/>
        </p:nvSpPr>
        <p:spPr>
          <a:xfrm>
            <a:off x="7804662" y="425594"/>
            <a:ext cx="1092499" cy="41104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58BE57-504E-114B-9664-1ABCDF00E449}"/>
              </a:ext>
            </a:extLst>
          </p:cNvPr>
          <p:cNvSpPr txBox="1"/>
          <p:nvPr/>
        </p:nvSpPr>
        <p:spPr>
          <a:xfrm>
            <a:off x="2796988" y="3508802"/>
            <a:ext cx="65067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Mission</a:t>
            </a:r>
          </a:p>
          <a:p>
            <a:r>
              <a:rPr lang="en-US" sz="1600" dirty="0"/>
              <a:t>To quote https://24hoursofcycling.com/:  “Mountain biking shouldn’t just be for some freaks . Mountain biking should be for all freaks.”</a:t>
            </a:r>
          </a:p>
          <a:p>
            <a:endParaRPr lang="en-US" sz="1600" dirty="0"/>
          </a:p>
          <a:p>
            <a:r>
              <a:rPr lang="en-US" sz="2400" b="1" dirty="0"/>
              <a:t>Vision</a:t>
            </a:r>
          </a:p>
          <a:p>
            <a:r>
              <a:rPr lang="en-US" sz="1600" dirty="0"/>
              <a:t>The Bike Races Series org aspires to organize trials and routes in all the mountains in Europe, available to amateur bikers that love travel and adventure.</a:t>
            </a:r>
          </a:p>
          <a:p>
            <a:endParaRPr lang="en-US" sz="1600" b="1" dirty="0"/>
          </a:p>
          <a:p>
            <a:r>
              <a:rPr lang="en-US" sz="2400" b="1" dirty="0"/>
              <a:t>General Information</a:t>
            </a:r>
          </a:p>
          <a:p>
            <a:r>
              <a:rPr lang="en-US" sz="1600" dirty="0"/>
              <a:t>The Bike Races Series is an organization that promotes trials and routes for amateur bikers in different mountains around Europe. We want to organize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6F3176-8821-C341-9DD1-2BBFEEE54211}"/>
              </a:ext>
            </a:extLst>
          </p:cNvPr>
          <p:cNvSpPr txBox="1"/>
          <p:nvPr/>
        </p:nvSpPr>
        <p:spPr>
          <a:xfrm>
            <a:off x="9195364" y="6013510"/>
            <a:ext cx="1912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Text continues as user scrolls down.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51A433-947C-6D4D-A6F5-7789809BA5EF}"/>
              </a:ext>
            </a:extLst>
          </p:cNvPr>
          <p:cNvCxnSpPr>
            <a:stCxn id="25" idx="1"/>
          </p:cNvCxnSpPr>
          <p:nvPr/>
        </p:nvCxnSpPr>
        <p:spPr>
          <a:xfrm flipH="1">
            <a:off x="8724452" y="6336676"/>
            <a:ext cx="470912" cy="3231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70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E60CEE-E756-024F-8773-D9095AAB51DB}"/>
              </a:ext>
            </a:extLst>
          </p:cNvPr>
          <p:cNvSpPr/>
          <p:nvPr/>
        </p:nvSpPr>
        <p:spPr>
          <a:xfrm>
            <a:off x="570155" y="3022902"/>
            <a:ext cx="10919012" cy="56746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Contact Us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1A24203-F09C-FF47-8068-023BFE5935E2}"/>
              </a:ext>
            </a:extLst>
          </p:cNvPr>
          <p:cNvGrpSpPr/>
          <p:nvPr/>
        </p:nvGrpSpPr>
        <p:grpSpPr>
          <a:xfrm>
            <a:off x="580913" y="627538"/>
            <a:ext cx="10908254" cy="2395364"/>
            <a:chOff x="860612" y="946673"/>
            <a:chExt cx="1366221" cy="13339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01FC10-77C2-8149-BCBB-8CDB7FCC8EE9}"/>
                </a:ext>
              </a:extLst>
            </p:cNvPr>
            <p:cNvSpPr/>
            <p:nvPr/>
          </p:nvSpPr>
          <p:spPr>
            <a:xfrm>
              <a:off x="860612" y="946673"/>
              <a:ext cx="1366221" cy="133394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E2E251D-49C4-2B41-86CA-49055A71639A}"/>
                </a:ext>
              </a:extLst>
            </p:cNvPr>
            <p:cNvCxnSpPr/>
            <p:nvPr/>
          </p:nvCxnSpPr>
          <p:spPr>
            <a:xfrm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ED0754F-974E-DA4F-9B62-75839B337466}"/>
                </a:ext>
              </a:extLst>
            </p:cNvPr>
            <p:cNvCxnSpPr/>
            <p:nvPr/>
          </p:nvCxnSpPr>
          <p:spPr>
            <a:xfrm flipH="1">
              <a:off x="860612" y="946673"/>
              <a:ext cx="1366221" cy="133394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1D597E-7356-9444-8221-307AA869D689}"/>
              </a:ext>
            </a:extLst>
          </p:cNvPr>
          <p:cNvGrpSpPr/>
          <p:nvPr/>
        </p:nvGrpSpPr>
        <p:grpSpPr>
          <a:xfrm>
            <a:off x="580913" y="3944511"/>
            <a:ext cx="1366221" cy="1333948"/>
            <a:chOff x="9447006" y="2572866"/>
            <a:chExt cx="1366221" cy="133394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F9077D1-BBDD-8543-8695-A4D60EFBFCB2}"/>
                </a:ext>
              </a:extLst>
            </p:cNvPr>
            <p:cNvGrpSpPr/>
            <p:nvPr/>
          </p:nvGrpSpPr>
          <p:grpSpPr>
            <a:xfrm>
              <a:off x="9447006" y="2572866"/>
              <a:ext cx="1366221" cy="1333948"/>
              <a:chOff x="860612" y="946673"/>
              <a:chExt cx="1366221" cy="1333948"/>
            </a:xfrm>
            <a:solidFill>
              <a:schemeClr val="bg1"/>
            </a:solidFill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BDC137A-E11A-7B49-B7AA-A462B7E21899}"/>
                  </a:ext>
                </a:extLst>
              </p:cNvPr>
              <p:cNvSpPr/>
              <p:nvPr/>
            </p:nvSpPr>
            <p:spPr>
              <a:xfrm>
                <a:off x="860612" y="946673"/>
                <a:ext cx="1366221" cy="1333948"/>
              </a:xfrm>
              <a:prstGeom prst="rect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B81DDF-B786-A04B-88C9-E6B97950EE66}"/>
                  </a:ext>
                </a:extLst>
              </p:cNvPr>
              <p:cNvCxnSpPr/>
              <p:nvPr/>
            </p:nvCxnSpPr>
            <p:spPr>
              <a:xfrm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2CC8C1E-F2EE-354C-AFC3-9A3E19909388}"/>
                  </a:ext>
                </a:extLst>
              </p:cNvPr>
              <p:cNvCxnSpPr/>
              <p:nvPr/>
            </p:nvCxnSpPr>
            <p:spPr>
              <a:xfrm flipH="1">
                <a:off x="860612" y="946673"/>
                <a:ext cx="1366221" cy="1333948"/>
              </a:xfrm>
              <a:prstGeom prst="line">
                <a:avLst/>
              </a:prstGeom>
              <a:grpFill/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9F7A67-5940-DD49-BCE2-BB2A728D20E2}"/>
                </a:ext>
              </a:extLst>
            </p:cNvPr>
            <p:cNvSpPr txBox="1"/>
            <p:nvPr/>
          </p:nvSpPr>
          <p:spPr>
            <a:xfrm>
              <a:off x="9834858" y="2978077"/>
              <a:ext cx="63350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Logo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13AFBEF-6A82-BC4B-B823-9E685AA07FE1}"/>
              </a:ext>
            </a:extLst>
          </p:cNvPr>
          <p:cNvSpPr txBox="1"/>
          <p:nvPr/>
        </p:nvSpPr>
        <p:spPr>
          <a:xfrm>
            <a:off x="5686012" y="1619038"/>
            <a:ext cx="75982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Image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80B93-C8C2-AB41-86DD-AFC255300780}"/>
              </a:ext>
            </a:extLst>
          </p:cNvPr>
          <p:cNvSpPr txBox="1"/>
          <p:nvPr/>
        </p:nvSpPr>
        <p:spPr>
          <a:xfrm>
            <a:off x="408792" y="-130414"/>
            <a:ext cx="4695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Bike Race Series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7A8FF-87C1-C546-8586-2EC5CD3FB148}"/>
              </a:ext>
            </a:extLst>
          </p:cNvPr>
          <p:cNvSpPr/>
          <p:nvPr/>
        </p:nvSpPr>
        <p:spPr>
          <a:xfrm>
            <a:off x="10264590" y="422017"/>
            <a:ext cx="1092499" cy="41104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B0431A-DECF-E241-A535-E168258A2C29}"/>
              </a:ext>
            </a:extLst>
          </p:cNvPr>
          <p:cNvSpPr/>
          <p:nvPr/>
        </p:nvSpPr>
        <p:spPr>
          <a:xfrm>
            <a:off x="9040009" y="423806"/>
            <a:ext cx="1092499" cy="4110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0B63EF-D438-E74E-80F9-7D3B585434C6}"/>
              </a:ext>
            </a:extLst>
          </p:cNvPr>
          <p:cNvSpPr/>
          <p:nvPr/>
        </p:nvSpPr>
        <p:spPr>
          <a:xfrm>
            <a:off x="7804662" y="425594"/>
            <a:ext cx="1092499" cy="41104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D3083-CBF4-A945-8502-B13EC73B3619}"/>
              </a:ext>
            </a:extLst>
          </p:cNvPr>
          <p:cNvSpPr txBox="1"/>
          <p:nvPr/>
        </p:nvSpPr>
        <p:spPr>
          <a:xfrm>
            <a:off x="2796988" y="3846779"/>
            <a:ext cx="4488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Please email us at: </a:t>
            </a:r>
            <a:r>
              <a:rPr lang="en-US" sz="2400" dirty="0">
                <a:hlinkClick r:id="rId2"/>
              </a:rPr>
              <a:t>info@brs.org</a:t>
            </a:r>
            <a:r>
              <a:rPr lang="en-US" sz="2400" dirty="0"/>
              <a:t> </a:t>
            </a:r>
          </a:p>
          <a:p>
            <a:r>
              <a:rPr lang="en-US" sz="2400" dirty="0"/>
              <a:t>We will reply as quickly as we can.</a:t>
            </a:r>
          </a:p>
        </p:txBody>
      </p:sp>
    </p:spTree>
    <p:extLst>
      <p:ext uri="{BB962C8B-B14F-4D97-AF65-F5344CB8AC3E}">
        <p14:creationId xmlns:p14="http://schemas.microsoft.com/office/powerpoint/2010/main" val="382051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159</Words>
  <Application>Microsoft Office PowerPoint</Application>
  <PresentationFormat>Panorámica</PresentationFormat>
  <Paragraphs>40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 Bareiss</dc:creator>
  <cp:lastModifiedBy>Auger-Oriol Miquel Estadella</cp:lastModifiedBy>
  <cp:revision>9</cp:revision>
  <dcterms:created xsi:type="dcterms:W3CDTF">2021-08-18T20:24:41Z</dcterms:created>
  <dcterms:modified xsi:type="dcterms:W3CDTF">2025-05-02T15:05:45Z</dcterms:modified>
</cp:coreProperties>
</file>